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2" r:id="rId12"/>
    <p:sldId id="263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64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5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95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0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4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9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94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7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1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rPr sz="4800" dirty="0"/>
              <a:t>Project 1: </a:t>
            </a:r>
            <a:r>
              <a:rPr sz="4800" dirty="0" smtClean="0"/>
              <a:t>Sales </a:t>
            </a:r>
            <a:r>
              <a:rPr sz="4800" dirty="0"/>
              <a:t>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>
                <a:solidFill>
                  <a:srgbClr val="003399"/>
                </a:solidFill>
              </a:defRPr>
            </a:pPr>
            <a:r>
              <a:rPr dirty="0"/>
              <a:t>Coding </a:t>
            </a:r>
            <a:r>
              <a:rPr dirty="0" smtClean="0"/>
              <a:t>Samurai Internship</a:t>
            </a:r>
            <a:endParaRPr lang="en-US" dirty="0" smtClean="0"/>
          </a:p>
          <a:p>
            <a:pPr>
              <a:defRPr>
                <a:solidFill>
                  <a:srgbClr val="003399"/>
                </a:solidFill>
              </a:defRPr>
            </a:pPr>
            <a:endParaRPr lang="en-US" dirty="0"/>
          </a:p>
          <a:p>
            <a:pPr algn="r">
              <a:defRPr>
                <a:solidFill>
                  <a:srgbClr val="003399"/>
                </a:solidFill>
              </a:defRPr>
            </a:pPr>
            <a:r>
              <a:rPr lang="en-US" dirty="0" smtClean="0"/>
              <a:t>Created by:-Saniya Shaikh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45" y="56706"/>
            <a:ext cx="5976851" cy="33171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rPr lang="en-US" dirty="0" smtClean="0"/>
              <a:t>Objective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just"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/>
              <a:t>The objective of this project i</a:t>
            </a:r>
            <a:r>
              <a:rPr lang="en-US" dirty="0" smtClean="0"/>
              <a:t>s </a:t>
            </a:r>
            <a:r>
              <a:rPr lang="en-US" dirty="0"/>
              <a:t>to perform simple data analytics on a retail sales dataset by applying basic data cleaning, descriptive </a:t>
            </a:r>
            <a:r>
              <a:rPr lang="en-US" dirty="0" smtClean="0"/>
              <a:t>statistics </a:t>
            </a:r>
            <a:r>
              <a:rPr lang="en-US" dirty="0"/>
              <a:t>and visualizations. </a:t>
            </a:r>
            <a:endParaRPr lang="en-US" dirty="0" smtClean="0"/>
          </a:p>
          <a:p>
            <a:pPr algn="just"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lang="en-US" dirty="0" smtClean="0"/>
              <a:t>The </a:t>
            </a:r>
            <a:r>
              <a:rPr lang="en-US" dirty="0"/>
              <a:t>goal i</a:t>
            </a:r>
            <a:r>
              <a:rPr lang="en-US" dirty="0" smtClean="0"/>
              <a:t>s </a:t>
            </a:r>
            <a:r>
              <a:rPr lang="en-US" dirty="0"/>
              <a:t>to understand sales patterns, customer demographics, and product category performance through bar charts and pie charts</a:t>
            </a:r>
            <a:r>
              <a:rPr lang="en-US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  <a:defRPr sz="2000">
                <a:solidFill>
                  <a:srgbClr val="003399"/>
                </a:solidFill>
              </a:defRPr>
            </a:pPr>
            <a:r>
              <a:rPr lang="en-US" dirty="0" smtClean="0"/>
              <a:t> </a:t>
            </a:r>
            <a:r>
              <a:rPr lang="en-US" dirty="0"/>
              <a:t> </a:t>
            </a:r>
            <a:r>
              <a:rPr sz="2600" dirty="0" smtClean="0"/>
              <a:t>Retail sales dataset (CSV) from </a:t>
            </a:r>
            <a:r>
              <a:rPr sz="2600" dirty="0" err="1" smtClean="0"/>
              <a:t>Kaggle</a:t>
            </a:r>
            <a:r>
              <a:rPr lang="en-US" sz="2600" dirty="0" smtClean="0"/>
              <a:t>- 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rPr lang="en-US" sz="2600" dirty="0" smtClean="0"/>
              <a:t>https://www.kaggle.com/datasets/mohammadtalib786/retail-sales-dataset  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</a:t>
            </a:r>
            <a:r>
              <a:rPr lang="en-US" sz="2100" b="1" dirty="0" smtClean="0">
                <a:solidFill>
                  <a:schemeClr val="accent1"/>
                </a:solidFill>
              </a:rPr>
              <a:t>Dataset Overview :</a:t>
            </a:r>
            <a:endParaRPr lang="en-US" sz="2100" b="1" dirty="0">
              <a:solidFill>
                <a:schemeClr val="accent1"/>
              </a:solidFill>
            </a:endParaRPr>
          </a:p>
          <a:p>
            <a:r>
              <a:rPr lang="en-US" sz="2100" b="1" dirty="0">
                <a:solidFill>
                  <a:schemeClr val="accent1"/>
                </a:solidFill>
              </a:rPr>
              <a:t>Total Rows:</a:t>
            </a:r>
            <a:r>
              <a:rPr lang="en-US" sz="2100" dirty="0">
                <a:solidFill>
                  <a:schemeClr val="accent1"/>
                </a:solidFill>
              </a:rPr>
              <a:t> ~1,000 transactions</a:t>
            </a:r>
          </a:p>
          <a:p>
            <a:r>
              <a:rPr lang="en-US" sz="2100" b="1" dirty="0">
                <a:solidFill>
                  <a:schemeClr val="accent1"/>
                </a:solidFill>
              </a:rPr>
              <a:t>Total Columns:</a:t>
            </a:r>
            <a:r>
              <a:rPr lang="en-US" sz="2100" dirty="0">
                <a:solidFill>
                  <a:schemeClr val="accent1"/>
                </a:solidFill>
              </a:rPr>
              <a:t> 10 fields</a:t>
            </a:r>
          </a:p>
          <a:p>
            <a:r>
              <a:rPr lang="en-US" sz="2100" b="1" dirty="0" smtClean="0">
                <a:solidFill>
                  <a:schemeClr val="accent1"/>
                </a:solidFill>
              </a:rPr>
              <a:t>Main </a:t>
            </a:r>
            <a:r>
              <a:rPr lang="en-US" sz="2100" b="1" dirty="0">
                <a:solidFill>
                  <a:schemeClr val="accent1"/>
                </a:solidFill>
              </a:rPr>
              <a:t>Features:</a:t>
            </a:r>
            <a:endParaRPr lang="en-US" sz="2100" dirty="0">
              <a:solidFill>
                <a:schemeClr val="accent1"/>
              </a:solidFill>
            </a:endParaRPr>
          </a:p>
          <a:p>
            <a:pPr lvl="1"/>
            <a:r>
              <a:rPr lang="en-US" sz="2100" dirty="0">
                <a:solidFill>
                  <a:schemeClr val="accent1"/>
                </a:solidFill>
              </a:rPr>
              <a:t>Transaction ID</a:t>
            </a:r>
          </a:p>
          <a:p>
            <a:pPr lvl="1"/>
            <a:r>
              <a:rPr lang="en-US" sz="2100" dirty="0">
                <a:solidFill>
                  <a:schemeClr val="accent1"/>
                </a:solidFill>
              </a:rPr>
              <a:t>Date</a:t>
            </a:r>
          </a:p>
          <a:p>
            <a:pPr lvl="1"/>
            <a:r>
              <a:rPr lang="en-US" sz="2100" dirty="0">
                <a:solidFill>
                  <a:schemeClr val="accent1"/>
                </a:solidFill>
              </a:rPr>
              <a:t>Product Category</a:t>
            </a:r>
          </a:p>
          <a:p>
            <a:pPr lvl="1"/>
            <a:r>
              <a:rPr lang="en-US" sz="2100" dirty="0" smtClean="0">
                <a:solidFill>
                  <a:schemeClr val="accent1"/>
                </a:solidFill>
              </a:rPr>
              <a:t>Quantity, </a:t>
            </a:r>
            <a:r>
              <a:rPr lang="en-US" sz="2100" dirty="0" err="1" smtClean="0">
                <a:solidFill>
                  <a:schemeClr val="accent1"/>
                </a:solidFill>
              </a:rPr>
              <a:t>etc</a:t>
            </a:r>
            <a:endParaRPr lang="en-US" sz="2100" dirty="0">
              <a:solidFill>
                <a:schemeClr val="accent1"/>
              </a:solidFill>
            </a:endParaRPr>
          </a:p>
          <a:p>
            <a:pPr>
              <a:defRPr sz="2000">
                <a:solidFill>
                  <a:srgbClr val="003399"/>
                </a:solidFill>
              </a:defRPr>
            </a:pPr>
            <a:endParaRPr lang="en-US" dirty="0" smtClean="0"/>
          </a:p>
          <a:p>
            <a:pPr>
              <a:defRPr sz="2000">
                <a:solidFill>
                  <a:srgbClr val="00339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3399"/>
                </a:solidFill>
              </a:defRPr>
            </a:pPr>
            <a:r>
              <a:t>Excel / Google Sheets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t>Basic statistics functions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t>Charts: Bar chart, pie chart, line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Steps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003399"/>
                </a:solidFill>
              </a:defRPr>
            </a:pPr>
            <a:r>
              <a:t>1. Cleaned dataset (removed null values, corrected formatting).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t>2. Calculated Total Sales (Quantity × Price).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t>3. Created pivot tables for category-wise analysis.</a:t>
            </a:r>
          </a:p>
          <a:p>
            <a:pPr>
              <a:defRPr sz="2000">
                <a:solidFill>
                  <a:srgbClr val="003399"/>
                </a:solidFill>
              </a:defRPr>
            </a:pPr>
            <a:r>
              <a:t>4. Built bar charts and pie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Preprocessing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2960" y="1915312"/>
            <a:ext cx="776686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Data Cleaning &amp;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Preparation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Removed/validated missing values (age/fare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Created Total Sales = Quantity × Price per Unit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Extracted Year-Month for time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Created Total Transactions, Total Quantity,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AOV(Average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 Order Value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)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KPIs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3485447"/>
            <a:ext cx="6982691" cy="305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1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Key APIs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accent1"/>
                </a:solidFill>
              </a:rPr>
              <a:t>Key Performance </a:t>
            </a:r>
            <a:r>
              <a:rPr lang="en-US" sz="1800" b="1" dirty="0" smtClean="0">
                <a:solidFill>
                  <a:schemeClr val="accent1"/>
                </a:solidFill>
              </a:rPr>
              <a:t>Indicators:</a:t>
            </a:r>
          </a:p>
          <a:p>
            <a:pPr marL="0" indent="0">
              <a:buNone/>
            </a:pPr>
            <a:endParaRPr lang="en-US" sz="1800" b="1" dirty="0" smtClean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1"/>
                </a:solidFill>
              </a:rPr>
              <a:t>Total Sales: </a:t>
            </a:r>
            <a:r>
              <a:rPr lang="en-US" altLang="en-US" sz="1800" b="1" dirty="0">
                <a:solidFill>
                  <a:schemeClr val="accent1"/>
                </a:solidFill>
              </a:rPr>
              <a:t>456,000</a:t>
            </a:r>
            <a:endParaRPr lang="en-US" altLang="en-US" sz="18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1"/>
                </a:solidFill>
              </a:rPr>
              <a:t>Total Transactions: </a:t>
            </a:r>
            <a:r>
              <a:rPr lang="en-US" altLang="en-US" sz="1800" b="1" dirty="0">
                <a:solidFill>
                  <a:schemeClr val="accent1"/>
                </a:solidFill>
              </a:rPr>
              <a:t>1000</a:t>
            </a:r>
            <a:endParaRPr lang="en-US" altLang="en-US" sz="18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1"/>
                </a:solidFill>
              </a:rPr>
              <a:t>Total Quantity Sold: </a:t>
            </a:r>
            <a:r>
              <a:rPr lang="en-US" altLang="en-US" sz="1800" b="1" dirty="0">
                <a:solidFill>
                  <a:schemeClr val="accent1"/>
                </a:solidFill>
              </a:rPr>
              <a:t>2514</a:t>
            </a:r>
            <a:endParaRPr lang="en-US" altLang="en-US" sz="1800" dirty="0">
              <a:solidFill>
                <a:schemeClr val="accent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accent1"/>
                </a:solidFill>
              </a:rPr>
              <a:t>AOV: </a:t>
            </a:r>
            <a:r>
              <a:rPr lang="en-US" altLang="en-US" sz="1800" b="1" dirty="0">
                <a:solidFill>
                  <a:schemeClr val="accent1"/>
                </a:solidFill>
              </a:rPr>
              <a:t>456</a:t>
            </a:r>
            <a:endParaRPr lang="en-US" altLang="en-US" sz="18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97558"/>
            <a:ext cx="3439507" cy="158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1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Sales by Product Category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 smtClean="0">
                <a:solidFill>
                  <a:schemeClr val="accent1"/>
                </a:solidFill>
              </a:rPr>
              <a:t>Short insight : Clothing </a:t>
            </a:r>
            <a:r>
              <a:rPr lang="en-US" sz="1800" i="1" dirty="0">
                <a:solidFill>
                  <a:schemeClr val="accent1"/>
                </a:solidFill>
              </a:rPr>
              <a:t>&amp; Electronics lead sales; Beauty follows closely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420757"/>
            <a:ext cx="2682472" cy="10821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5855" r="7194" b="4967"/>
          <a:stretch/>
        </p:blipFill>
        <p:spPr>
          <a:xfrm>
            <a:off x="3505431" y="2447635"/>
            <a:ext cx="5389187" cy="334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94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Gender-wise Sales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solidFill>
                  <a:schemeClr val="accent1"/>
                </a:solidFill>
              </a:rPr>
              <a:t>Short </a:t>
            </a:r>
            <a:r>
              <a:rPr lang="en-US" sz="1800" i="1" dirty="0" smtClean="0">
                <a:solidFill>
                  <a:schemeClr val="accent1"/>
                </a:solidFill>
              </a:rPr>
              <a:t>insight : Female </a:t>
            </a:r>
            <a:r>
              <a:rPr lang="en-US" sz="1800" i="1" dirty="0">
                <a:solidFill>
                  <a:schemeClr val="accent1"/>
                </a:solidFill>
              </a:rPr>
              <a:t>vs Male contribution — shows nearly balanced split with slight female </a:t>
            </a:r>
            <a:r>
              <a:rPr lang="en-US" sz="1800" i="1" dirty="0" smtClean="0">
                <a:solidFill>
                  <a:schemeClr val="accent1"/>
                </a:solidFill>
              </a:rPr>
              <a:t>edge</a:t>
            </a:r>
          </a:p>
          <a:p>
            <a:endParaRPr lang="en-US" sz="1800" i="1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34" y="2594685"/>
            <a:ext cx="2133785" cy="92972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629" t="4893" r="1861" b="4020"/>
          <a:stretch/>
        </p:blipFill>
        <p:spPr>
          <a:xfrm>
            <a:off x="3297382" y="2530764"/>
            <a:ext cx="5523345" cy="338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3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Monthly Sales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i="1" dirty="0">
                <a:solidFill>
                  <a:schemeClr val="accent1"/>
                </a:solidFill>
              </a:rPr>
              <a:t>Short </a:t>
            </a:r>
            <a:r>
              <a:rPr lang="en-US" sz="1800" i="1" dirty="0" smtClean="0">
                <a:solidFill>
                  <a:schemeClr val="accent1"/>
                </a:solidFill>
              </a:rPr>
              <a:t>insight : Seasonal </a:t>
            </a:r>
            <a:r>
              <a:rPr lang="en-US" sz="1800" i="1" dirty="0">
                <a:solidFill>
                  <a:schemeClr val="accent1"/>
                </a:solidFill>
              </a:rPr>
              <a:t>fluctuations with peaks in May and </a:t>
            </a:r>
            <a:r>
              <a:rPr lang="en-US" sz="1800" i="1" dirty="0" smtClean="0">
                <a:solidFill>
                  <a:schemeClr val="accent1"/>
                </a:solidFill>
              </a:rPr>
              <a:t>October</a:t>
            </a:r>
            <a:endParaRPr lang="en-US" sz="1800" i="1" dirty="0">
              <a:solidFill>
                <a:schemeClr val="accent1"/>
              </a:solidFill>
            </a:endParaRPr>
          </a:p>
          <a:p>
            <a:endParaRPr lang="en-US" sz="1800" i="1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83" t="5047" r="868" b="5343"/>
          <a:stretch/>
        </p:blipFill>
        <p:spPr>
          <a:xfrm>
            <a:off x="1948873" y="2503055"/>
            <a:ext cx="5273964" cy="32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4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Results &amp; Insights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96850" y="2154384"/>
            <a:ext cx="7125669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Focus marketing on Clothing &amp; Electronics (highest sales)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Consider promotions in months with lower sales to smooth demand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Monitor AOV — cross-sell to raise purchase value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Collect customer demographics to enable targeted offers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dirty="0"/>
              <a:t>Successfully analyzed retail sales dataset using </a:t>
            </a:r>
            <a:r>
              <a:rPr lang="en-US" dirty="0" smtClean="0"/>
              <a:t>Google sheet</a:t>
            </a:r>
            <a:r>
              <a:rPr dirty="0" smtClean="0"/>
              <a:t>.</a:t>
            </a:r>
            <a:endParaRPr dirty="0"/>
          </a:p>
          <a:p>
            <a:pPr>
              <a:buFont typeface="Arial" panose="020B0604020202020204" pitchFamily="34" charset="0"/>
              <a:buChar char="•"/>
              <a:defRPr sz="2000">
                <a:solidFill>
                  <a:srgbClr val="003399"/>
                </a:solidFill>
              </a:defRPr>
            </a:pPr>
            <a:r>
              <a:rPr dirty="0"/>
              <a:t>Created clear visual insights for business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413" y="1014461"/>
            <a:ext cx="7543801" cy="402336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solidFill>
                  <a:schemeClr val="accent1"/>
                </a:solidFill>
              </a:rPr>
              <a:t>Thank You</a:t>
            </a:r>
            <a:endParaRPr lang="en-US" sz="6600" dirty="0">
              <a:solidFill>
                <a:schemeClr val="accen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7" y="266223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8864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283</TotalTime>
  <Words>334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Project 1: Sales Data Analysis</vt:lpstr>
      <vt:lpstr>Objective </vt:lpstr>
      <vt:lpstr>Dataset Used</vt:lpstr>
      <vt:lpstr>Tools Used</vt:lpstr>
      <vt:lpstr>Steps Performed</vt:lpstr>
      <vt:lpstr>Preprocessing </vt:lpstr>
      <vt:lpstr>Key APIs</vt:lpstr>
      <vt:lpstr>Sales by Product Category</vt:lpstr>
      <vt:lpstr>Gender-wise Sales Contribution</vt:lpstr>
      <vt:lpstr>Monthly Sales Trend</vt:lpstr>
      <vt:lpstr>Results &amp;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1: Sales Data Analysis</dc:title>
  <dc:subject/>
  <dc:creator/>
  <cp:keywords/>
  <dc:description>generated using python-pptx</dc:description>
  <cp:lastModifiedBy>Microsoft account</cp:lastModifiedBy>
  <cp:revision>11</cp:revision>
  <dcterms:created xsi:type="dcterms:W3CDTF">2013-01-27T09:14:16Z</dcterms:created>
  <dcterms:modified xsi:type="dcterms:W3CDTF">2025-11-20T12:52:20Z</dcterms:modified>
  <cp:category/>
</cp:coreProperties>
</file>